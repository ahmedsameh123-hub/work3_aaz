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TrainMate</a:t>
            </a:r>
          </a:p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AI-Powered Mobile Smart Gym Assistant</a:t>
            </a:r>
          </a:p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Group 6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222100081 Ahmed Sameh  |  222100194 Adham Allam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B20000006 Ahmed Wael  |  A20000011 Ibrahim Mohamed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222100305 Amira Yasser</a:t>
            </a:r>
          </a:p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SUPERVISOR: Associate Professor Mohamed Ghetas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5B6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5B6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93392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System Architecture &amp;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5B6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23744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Related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5B6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54096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5B6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8444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5B6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1480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451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5B6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645152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Running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5B6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175504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Future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05856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5B6"/>
                </a:solidFill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705856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Key Challenges &amp;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TrainMate is an intelligent mobile fitness assistant that helps users exercise correctly without needing a personal trainer at all times.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It uses real-time pose estimation and a BiLSTM model to classify exercises, count repetitions, and provide instant form feedback through the phone camera.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The platform includes personalized workout plans, session tracking, before/after body progress analysis, and a context-aware AI fitness chatbot.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By combining on-device ML, live coaching, and cloud-based AI services in one mobile app, TrainMate helps users train safely and track progress through a simple, interactive, and bilingual (English/Arabic)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 &amp;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E75B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&amp;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5B6"/>
                </a:solidFill>
              </a:defRPr>
            </a:pPr>
            <a:r>
              <a:t>Use Case Diagram — Full Application</a:t>
            </a:r>
          </a:p>
        </p:txBody>
      </p:sp>
      <p:pic>
        <p:nvPicPr>
          <p:cNvPr id="5" name="Picture 4" descr="arch_use_cas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5806440" cy="4473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002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The user interacts with TrainMate through one mobile app.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Account module: registration, email verification, and secure login.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Workout module: create plans, start sessions, and save results.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Live exercise module: auto-detect movement and count reps with form feedback.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AI coaching module: chatbot answers and optional session reports.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Body progress module: upload before/after photos and view analysis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&amp;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5B6"/>
                </a:solidFill>
              </a:defRPr>
            </a:pPr>
            <a:r>
              <a:t>Exercise Detection System</a:t>
            </a:r>
          </a:p>
        </p:txBody>
      </p:sp>
      <p:pic>
        <p:nvPicPr>
          <p:cNvPr id="5" name="Picture 4" descr="arch_detection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5806440" cy="50414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002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The phone camera captures live video during each workout.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ML Kit detects 33 body landmarks on every processed frame.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22 numeric features are extracted and grouped into 30-frame windows.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 BiLSTM model classifies the exercise in real time on the device.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If TFLite is unavailable, the same request falls back to the server.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Supported classes: squat, push-up, shoulder press, and biceps curl.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&amp;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5B6"/>
                </a:solidFill>
              </a:defRPr>
            </a:pPr>
            <a:r>
              <a:t>Backend System</a:t>
            </a:r>
          </a:p>
        </p:txBody>
      </p:sp>
      <p:pic>
        <p:nvPicPr>
          <p:cNvPr id="5" name="Picture 4" descr="arch_backen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5806440" cy="50414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002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The Flutter app communicates with a FastAPI REST backend using JWT tokens.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Separate routers handle auth, users, plans, workouts, chat, and ML endpoints.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Business logic validates requests, sends emails, and estimates calories.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SQLAlchemy stores users, profiles, workout plans, and session history in SQLite.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External services provide email delivery and LLM-powered AI features.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This layer connects all mobile features to persistent data and cloud 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&amp;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5B6"/>
                </a:solidFill>
              </a:defRPr>
            </a:pPr>
            <a:r>
              <a:t>Chatbot System</a:t>
            </a:r>
          </a:p>
        </p:txBody>
      </p:sp>
      <p:pic>
        <p:nvPicPr>
          <p:cNvPr id="5" name="Picture 4" descr="arch_chatbo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5806440" cy="50414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002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The user opens the in-app chatbot and sends text, voice, or an image.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The mobile app forwards the message to POST /api/chat with the JWT token.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The backend loads the user's profile, active plan, and recent workouts.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 system prompt is built so the AI knows the user's training context.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Groq LLM generates a personalized coach reply in English or Arabic.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The response is returned to the app and displayed in the chat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&amp;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5B6"/>
                </a:solidFill>
              </a:defRPr>
            </a:pPr>
            <a:r>
              <a:t>Form Feedback &amp; Body Progress</a:t>
            </a:r>
          </a:p>
        </p:txBody>
      </p:sp>
      <p:pic>
        <p:nvPicPr>
          <p:cNvPr id="5" name="Picture 4" descr="arch_feedbac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5806440" cy="50414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002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Live feedback runs on the phone: pose → angles → rep counter → HUD.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 finite-state machine counts reps when the user completes each movement.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Form faults such as partial reps or hip sag are detected in parallel.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Instant messages guide the user to correct their technique during the set.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After plan completion, before/after photos are analyzed on the server.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MediaPipe extracts body metrics and returns regional progress scores.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Related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Related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568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TrainMate</a:t>
                      </a:r>
                    </a:p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(Our Project)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Freeletics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Nike Training Club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Fitbod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Real-time Pose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Auto Exercise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 (BiLSTM)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Rep Counting &amp; Form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AI Fitness 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 (context-aware)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Body Progress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 (Before/After)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Personalized Workout Plans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On-device ML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 (TFLite)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Bilingual UI (EN/AR)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Live Pose-Based Exercise Tracking: Real-time body landmark detection via camera.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AI Exercise Classification: Auto-detect squat, push-up, shoulder press, biceps curl.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Rep Counting &amp; Form Feedback: FSM-based counting with fault messages.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Personalized Workout Plans: Built-in templates with session targets and completion flow.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User Authentication System: Secure registration, email verification, JWT login.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Body Progress Analysis: Before/after photo comparison with regional scores.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AI Fitness Chatbot: Context-aware coaching using plan and workout history.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Bilingual Interface: Full English and Arabic UI support.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Session Reports: Optional AI-generated summary after each workout.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7899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588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Flutter / Dart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Mobile app UI, camera integration, on-device TFLite inference, bilingual interface.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FastAPI /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REST API backend: authentication, plans, workouts, chatbot, and ML endpoints.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SQLite / SQLAlchemy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Database for users, workout plans, sessions, and progress history.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TensorFlow / Keras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BiLSTM exercise classifier training and optional server-side inference.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Google ML Kit 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Real-time 33-landmark body pose detection from the phone camera.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TFLite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On-device exercise classification for low-latency auto-detect mode.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MediaPipe / OpenCV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Body progress analysis from before/after photos on the server.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3333"/>
                          </a:solidFill>
                        </a:defRPr>
                      </a:pPr>
                      <a:r>
                        <a:t>Groq API (LLM)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AI fitness chatbot, session reports, and optional vision narrative.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Functional end-to-end mobile application developed (Flutter + FastAPI)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100% BiLSTM exercise classification accuracy on validation set (4 exercises)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Live rep counting validated on physical Android device (94 reps across 10 sessions)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Real-time form fault detection (partial reps, hip sag, shallow squat, etc.)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AI chatbot with user plan and workout context integration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Body progress analysis with regional scores and plan alignment</a:t>
            </a:r>
          </a:p>
        </p:txBody>
      </p:sp>
      <p:pic>
        <p:nvPicPr>
          <p:cNvPr id="5" name="Picture 4" descr="rep_counter_valid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HOME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15</a:t>
            </a:r>
          </a:p>
        </p:txBody>
      </p:sp>
      <p:pic>
        <p:nvPicPr>
          <p:cNvPr id="4" name="Picture 3" descr="03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23769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USER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16</a:t>
            </a:r>
          </a:p>
        </p:txBody>
      </p:sp>
      <p:pic>
        <p:nvPicPr>
          <p:cNvPr id="4" name="Picture 3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23769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EXERCISE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17</a:t>
            </a:r>
          </a:p>
        </p:txBody>
      </p:sp>
      <p:pic>
        <p:nvPicPr>
          <p:cNvPr id="4" name="Picture 3" descr="05_exercise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23769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LIVE EXERCISE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18</a:t>
            </a:r>
          </a:p>
        </p:txBody>
      </p:sp>
      <p:pic>
        <p:nvPicPr>
          <p:cNvPr id="4" name="Picture 3" descr="07_exercise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23769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FORM FEEDBACK HUD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19</a:t>
            </a:r>
          </a:p>
        </p:txBody>
      </p:sp>
      <p:pic>
        <p:nvPicPr>
          <p:cNvPr id="4" name="Picture 3" descr="08_exercise_h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23769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PROFILE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20</a:t>
            </a:r>
          </a:p>
        </p:txBody>
      </p:sp>
      <p:pic>
        <p:nvPicPr>
          <p:cNvPr id="4" name="Picture 3" descr="09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23769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Running</a:t>
            </a:r>
          </a:p>
          <a:p>
            <a:pPr algn="ctr">
              <a:spcBef>
                <a:spcPts val="2400"/>
              </a:spcBef>
              <a:defRPr sz="2200">
                <a:solidFill>
                  <a:srgbClr val="FFFFFF"/>
                </a:solidFill>
              </a:defRPr>
            </a:pPr>
            <a:r>
              <a:t>The following screenshots demonstrate the complete workflow of TrainMate, from user registration to live exercise tracking, AI coaching, and body progress analysis.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E75B6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WORKOUT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22</a:t>
            </a:r>
          </a:p>
        </p:txBody>
      </p:sp>
      <p:pic>
        <p:nvPicPr>
          <p:cNvPr id="4" name="Picture 3" descr="04_workout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23769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EXERCISE COACHING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23</a:t>
            </a:r>
          </a:p>
        </p:txBody>
      </p:sp>
      <p:pic>
        <p:nvPicPr>
          <p:cNvPr id="4" name="Picture 3" descr="06_exercise_co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23769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24</a:t>
            </a:r>
          </a:p>
        </p:txBody>
      </p:sp>
      <p:pic>
        <p:nvPicPr>
          <p:cNvPr id="4" name="Picture 3" descr="15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23769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BODY PROGRESS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25</a:t>
            </a:r>
          </a:p>
        </p:txBody>
      </p:sp>
      <p:pic>
        <p:nvPicPr>
          <p:cNvPr id="4" name="Picture 3" descr="12_plan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23769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Challenges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Support tool only — not a replacement for professional fitness coaching.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Pose detection accuracy varies with lighting, camera angle, and clothing.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Classifier trained on 4 exercises only — other movements are not supported.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Rep counting depends on clear full-body visibility in the camera frame.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Body progress analysis requires valid before/after full-body photos.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Complex multi-module integration (mobile ML + backend + LLM APIs).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2E75B6"/>
                </a:solidFill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Expanding support to additional exercises and equipment types.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Training on larger and more diverse real-world pose datasets.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Improving form feedback with deeper learning-based analysis.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Adding wearable sensor integration (heart rate, calories).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iOS release and cross-platform optimization.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Enhanced offline mode for workouts without network connectivity.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